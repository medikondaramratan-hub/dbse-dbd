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Preparation App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Adaptive Quizzes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(25CS1302E)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 |   Team 17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Chandrakanth Reddy  (2520030290)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RamRatan  (2520030291)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personalized, data-driven approach to exam readiness.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5120640"/>
            <a:ext cx="128016" cy="128016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5120640"/>
            <a:ext cx="128016" cy="12801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5943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566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548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practice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914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platform that adapts quiz difficulty to each student's live performance, instead of serving identical question sets to everyone.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116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965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 engine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331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accuracy, attempts, time taken, and topic-wise scores to detect strengths and weaknesses, then selects the right next question.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34840" y="34290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34840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383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engineering core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749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Database Systems Engineering (structured relational schema) and Distributed Backend Development (modular REST APIs, auth, scalable services).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48463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34840" y="4818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800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5166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performance tracking and targeted revision that helps students study according to their own learning needs.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one-size-fits-all quiz apps fall short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848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questions for everyone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quiz apps give every student the same fixed set of questions, regardless of ability.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0848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difficulty adjustment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students get overwhelmed by hard questions; strong students are under-challenged and disengage.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165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performance insight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time taken, and topic-wise trends are rarely tracked, so weak areas stay hidden.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4160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4165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Unfocused revision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 on strengths/weaknesses, students waste time revising topics they already know.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vs.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212080" cy="5029200"/>
          </a:xfrm>
          <a:prstGeom prst="roundRect">
            <a:avLst>
              <a:gd name="adj" fmla="val 1455"/>
            </a:avLst>
          </a:prstGeom>
          <a:solidFill>
            <a:srgbClr val="E7ED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12264"/>
            <a:ext cx="164592" cy="164592"/>
          </a:xfrm>
          <a:prstGeom prst="ellipse">
            <a:avLst/>
          </a:prstGeom>
          <a:solidFill>
            <a:srgbClr val="5C7A7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98424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question set shown to every student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164592" cy="164592"/>
          </a:xfrm>
          <a:prstGeom prst="ellipse">
            <a:avLst/>
          </a:prstGeom>
          <a:solidFill>
            <a:srgbClr val="5C7A7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8072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gauge difficulty vs. student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58184"/>
            <a:ext cx="164592" cy="164592"/>
          </a:xfrm>
          <a:prstGeom prst="ellipse">
            <a:avLst/>
          </a:prstGeom>
          <a:solidFill>
            <a:srgbClr val="5C7A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6301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or no tracking of accuracy, time, or attempts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581144"/>
            <a:ext cx="164592" cy="164592"/>
          </a:xfrm>
          <a:prstGeom prst="ellipse">
            <a:avLst/>
          </a:prstGeom>
          <a:solidFill>
            <a:srgbClr val="5C7A7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453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topic-wise strength/weakness identification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404104"/>
            <a:ext cx="164592" cy="164592"/>
          </a:xfrm>
          <a:prstGeom prst="ellipse">
            <a:avLst/>
          </a:prstGeom>
          <a:solidFill>
            <a:srgbClr val="5C7A7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52760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one-time practice with no adaptive revision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5212080" cy="5029200"/>
          </a:xfrm>
          <a:prstGeom prst="roundRect">
            <a:avLst>
              <a:gd name="adj" fmla="val 14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13A4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508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21122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198424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 engine tailors difficulty to each student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293522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28072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metrics: accuracy, attempts, time taken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758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3720" y="36301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Topic-wise scoring pinpoints strengths and weaknesses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58114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4453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questions for strong students, extra support for weak topics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40410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03720" y="52760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continuous revision aligned to individual needs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modular backend supporting adaptive quiz delivery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3716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React.js (HTML, CSS, JavaScript) — Register, select topics, attempt quizzes, view results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10800000">
            <a:off x="5980176" y="2340864"/>
            <a:ext cx="201168" cy="128016"/>
          </a:xfrm>
          <a:prstGeom prst="triangle">
            <a:avLst/>
          </a:prstGeom>
          <a:solidFill>
            <a:srgbClr val="5C7A7D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523744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52374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LAYER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660904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523744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&amp; Express.js — REST APIs handling quiz, user &amp; score requests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5980176" y="3493008"/>
            <a:ext cx="201168" cy="128016"/>
          </a:xfrm>
          <a:prstGeom prst="triangle">
            <a:avLst/>
          </a:prstGeom>
          <a:solidFill>
            <a:srgbClr val="5C7A7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675888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675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3813048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3675888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Adaptive Quiz Engine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Performance Analytics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Quiz &amp; Question Service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10800000">
            <a:off x="5980176" y="4645152"/>
            <a:ext cx="201168" cy="128016"/>
          </a:xfrm>
          <a:prstGeom prst="triangle">
            <a:avLst/>
          </a:prstGeom>
          <a:solidFill>
            <a:srgbClr val="5C7A7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828032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48280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496519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482803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MySQL — users, questions, attempts, scores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Supporting: Git &amp; GitHub (version control)   •   Postman (API testing)   •   VS Code (IDE)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technologies the team has hands-on knowledge of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0992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web pages and content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0992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layout, colors, and responsiveness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15087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170992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92440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interactivity on the client side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3558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0873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reusable UI components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315468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3558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34840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434840" y="40873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requests and REST APIs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315468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92440" y="33558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92440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40873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users, questions, results, performance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800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7240" y="50017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5001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7332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validating REST APIs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06240" y="4800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34840" y="50017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434840" y="5001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434840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4434840" y="57332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managing source code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63840" y="4800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92440" y="50017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092440" y="5001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092440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092440" y="57332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debugging application code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17  |  Section 5  |  S. Chandrakanth Reddy  •  M. RamRatan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2026-08-27T03:48:44Z</dcterms:created>
  <dcterms:modified xsi:type="dcterms:W3CDTF">2026-08-27T03:48:44Z</dcterms:modified>
</cp:coreProperties>
</file>